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97698A-E4D2-4822-A5DA-4BD91E4F99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2426AB-6305-41B7-A725-3A6C93D0A12B}">
      <dgm:prSet/>
      <dgm:spPr/>
      <dgm:t>
        <a:bodyPr/>
        <a:lstStyle/>
        <a:p>
          <a:r>
            <a:rPr lang="de-DE"/>
            <a:t>Tracking</a:t>
          </a:r>
          <a:endParaRPr lang="en-US"/>
        </a:p>
      </dgm:t>
    </dgm:pt>
    <dgm:pt modelId="{AA143BC3-B2E6-4428-B8A1-EA5E4A49C456}" type="parTrans" cxnId="{77044989-B0C3-4FCD-9387-DE8CFA4F4069}">
      <dgm:prSet/>
      <dgm:spPr/>
      <dgm:t>
        <a:bodyPr/>
        <a:lstStyle/>
        <a:p>
          <a:endParaRPr lang="en-US"/>
        </a:p>
      </dgm:t>
    </dgm:pt>
    <dgm:pt modelId="{C9B814C9-3F04-4077-8BC3-D5197249C67B}" type="sibTrans" cxnId="{77044989-B0C3-4FCD-9387-DE8CFA4F4069}">
      <dgm:prSet/>
      <dgm:spPr/>
      <dgm:t>
        <a:bodyPr/>
        <a:lstStyle/>
        <a:p>
          <a:endParaRPr lang="en-US"/>
        </a:p>
      </dgm:t>
    </dgm:pt>
    <dgm:pt modelId="{6310B378-01E4-4E85-988F-150E736F83D3}">
      <dgm:prSet/>
      <dgm:spPr/>
      <dgm:t>
        <a:bodyPr/>
        <a:lstStyle/>
        <a:p>
          <a:r>
            <a:rPr lang="de-DE"/>
            <a:t>Konzentration</a:t>
          </a:r>
          <a:endParaRPr lang="en-US"/>
        </a:p>
      </dgm:t>
    </dgm:pt>
    <dgm:pt modelId="{3FD2EED5-38A2-4268-A1FF-66E264EE31D6}" type="parTrans" cxnId="{35A36EFE-0200-446A-858E-1FBE59BB6289}">
      <dgm:prSet/>
      <dgm:spPr/>
      <dgm:t>
        <a:bodyPr/>
        <a:lstStyle/>
        <a:p>
          <a:endParaRPr lang="en-US"/>
        </a:p>
      </dgm:t>
    </dgm:pt>
    <dgm:pt modelId="{A128827E-CD7F-4234-8A1B-D756752AADBC}" type="sibTrans" cxnId="{35A36EFE-0200-446A-858E-1FBE59BB6289}">
      <dgm:prSet/>
      <dgm:spPr/>
      <dgm:t>
        <a:bodyPr/>
        <a:lstStyle/>
        <a:p>
          <a:endParaRPr lang="en-US"/>
        </a:p>
      </dgm:t>
    </dgm:pt>
    <dgm:pt modelId="{EC6436A9-28E8-457B-AF74-6ADA05C51DAB}" type="pres">
      <dgm:prSet presAssocID="{C197698A-E4D2-4822-A5DA-4BD91E4F99B4}" presName="root" presStyleCnt="0">
        <dgm:presLayoutVars>
          <dgm:dir/>
          <dgm:resizeHandles val="exact"/>
        </dgm:presLayoutVars>
      </dgm:prSet>
      <dgm:spPr/>
    </dgm:pt>
    <dgm:pt modelId="{9D8F09A1-5C94-4B75-BA6D-42DEB9692C9B}" type="pres">
      <dgm:prSet presAssocID="{982426AB-6305-41B7-A725-3A6C93D0A12B}" presName="compNode" presStyleCnt="0"/>
      <dgm:spPr/>
    </dgm:pt>
    <dgm:pt modelId="{14698930-9F91-4BDA-B599-C1EF0A99DDDB}" type="pres">
      <dgm:prSet presAssocID="{982426AB-6305-41B7-A725-3A6C93D0A12B}" presName="bgRect" presStyleLbl="bgShp" presStyleIdx="0" presStyleCnt="2"/>
      <dgm:spPr/>
    </dgm:pt>
    <dgm:pt modelId="{0368D7E5-EAD7-4EE4-A311-192878800D73}" type="pres">
      <dgm:prSet presAssocID="{982426AB-6305-41B7-A725-3A6C93D0A12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w Prints"/>
        </a:ext>
      </dgm:extLst>
    </dgm:pt>
    <dgm:pt modelId="{395C0101-4A20-468A-96D1-6848679A9C67}" type="pres">
      <dgm:prSet presAssocID="{982426AB-6305-41B7-A725-3A6C93D0A12B}" presName="spaceRect" presStyleCnt="0"/>
      <dgm:spPr/>
    </dgm:pt>
    <dgm:pt modelId="{7ECACC10-CD4F-47B0-AB12-7CB3AAC19955}" type="pres">
      <dgm:prSet presAssocID="{982426AB-6305-41B7-A725-3A6C93D0A12B}" presName="parTx" presStyleLbl="revTx" presStyleIdx="0" presStyleCnt="2">
        <dgm:presLayoutVars>
          <dgm:chMax val="0"/>
          <dgm:chPref val="0"/>
        </dgm:presLayoutVars>
      </dgm:prSet>
      <dgm:spPr/>
    </dgm:pt>
    <dgm:pt modelId="{9B5BC19D-F112-411D-A059-770E1A10F403}" type="pres">
      <dgm:prSet presAssocID="{C9B814C9-3F04-4077-8BC3-D5197249C67B}" presName="sibTrans" presStyleCnt="0"/>
      <dgm:spPr/>
    </dgm:pt>
    <dgm:pt modelId="{4D270DA9-9348-4F53-8D90-6D298AD78ECD}" type="pres">
      <dgm:prSet presAssocID="{6310B378-01E4-4E85-988F-150E736F83D3}" presName="compNode" presStyleCnt="0"/>
      <dgm:spPr/>
    </dgm:pt>
    <dgm:pt modelId="{ED544C7D-6178-456E-B406-36E5914C2CD2}" type="pres">
      <dgm:prSet presAssocID="{6310B378-01E4-4E85-988F-150E736F83D3}" presName="bgRect" presStyleLbl="bgShp" presStyleIdx="1" presStyleCnt="2"/>
      <dgm:spPr/>
    </dgm:pt>
    <dgm:pt modelId="{9BD34CA0-5DF5-40B0-AAD6-4DEDC6E2434A}" type="pres">
      <dgm:prSet presAssocID="{6310B378-01E4-4E85-988F-150E736F83D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lben"/>
        </a:ext>
      </dgm:extLst>
    </dgm:pt>
    <dgm:pt modelId="{922069DF-7960-49CF-BF77-E2DFD1CCC722}" type="pres">
      <dgm:prSet presAssocID="{6310B378-01E4-4E85-988F-150E736F83D3}" presName="spaceRect" presStyleCnt="0"/>
      <dgm:spPr/>
    </dgm:pt>
    <dgm:pt modelId="{E5CDC39A-64DB-4E61-A7C4-E5C7ED7FC4D7}" type="pres">
      <dgm:prSet presAssocID="{6310B378-01E4-4E85-988F-150E736F83D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7044989-B0C3-4FCD-9387-DE8CFA4F4069}" srcId="{C197698A-E4D2-4822-A5DA-4BD91E4F99B4}" destId="{982426AB-6305-41B7-A725-3A6C93D0A12B}" srcOrd="0" destOrd="0" parTransId="{AA143BC3-B2E6-4428-B8A1-EA5E4A49C456}" sibTransId="{C9B814C9-3F04-4077-8BC3-D5197249C67B}"/>
    <dgm:cxn modelId="{BBA8E49A-A31B-48F4-A7E1-B9022335B679}" type="presOf" srcId="{C197698A-E4D2-4822-A5DA-4BD91E4F99B4}" destId="{EC6436A9-28E8-457B-AF74-6ADA05C51DAB}" srcOrd="0" destOrd="0" presId="urn:microsoft.com/office/officeart/2018/2/layout/IconVerticalSolidList"/>
    <dgm:cxn modelId="{D79632AE-FDBC-4312-96B0-849D0FE7792D}" type="presOf" srcId="{6310B378-01E4-4E85-988F-150E736F83D3}" destId="{E5CDC39A-64DB-4E61-A7C4-E5C7ED7FC4D7}" srcOrd="0" destOrd="0" presId="urn:microsoft.com/office/officeart/2018/2/layout/IconVerticalSolidList"/>
    <dgm:cxn modelId="{D472E3DC-7C66-464C-B70D-84067DC1876D}" type="presOf" srcId="{982426AB-6305-41B7-A725-3A6C93D0A12B}" destId="{7ECACC10-CD4F-47B0-AB12-7CB3AAC19955}" srcOrd="0" destOrd="0" presId="urn:microsoft.com/office/officeart/2018/2/layout/IconVerticalSolidList"/>
    <dgm:cxn modelId="{35A36EFE-0200-446A-858E-1FBE59BB6289}" srcId="{C197698A-E4D2-4822-A5DA-4BD91E4F99B4}" destId="{6310B378-01E4-4E85-988F-150E736F83D3}" srcOrd="1" destOrd="0" parTransId="{3FD2EED5-38A2-4268-A1FF-66E264EE31D6}" sibTransId="{A128827E-CD7F-4234-8A1B-D756752AADBC}"/>
    <dgm:cxn modelId="{0C92806B-48E3-4324-A1A3-533EC986208A}" type="presParOf" srcId="{EC6436A9-28E8-457B-AF74-6ADA05C51DAB}" destId="{9D8F09A1-5C94-4B75-BA6D-42DEB9692C9B}" srcOrd="0" destOrd="0" presId="urn:microsoft.com/office/officeart/2018/2/layout/IconVerticalSolidList"/>
    <dgm:cxn modelId="{4A025D95-2345-43A8-90A2-F2AD2A83F6E9}" type="presParOf" srcId="{9D8F09A1-5C94-4B75-BA6D-42DEB9692C9B}" destId="{14698930-9F91-4BDA-B599-C1EF0A99DDDB}" srcOrd="0" destOrd="0" presId="urn:microsoft.com/office/officeart/2018/2/layout/IconVerticalSolidList"/>
    <dgm:cxn modelId="{A281578D-5425-40BC-8E5E-A0298FE04E5F}" type="presParOf" srcId="{9D8F09A1-5C94-4B75-BA6D-42DEB9692C9B}" destId="{0368D7E5-EAD7-4EE4-A311-192878800D73}" srcOrd="1" destOrd="0" presId="urn:microsoft.com/office/officeart/2018/2/layout/IconVerticalSolidList"/>
    <dgm:cxn modelId="{7A7F2D9F-9443-4B53-99BC-C49A105FEE8E}" type="presParOf" srcId="{9D8F09A1-5C94-4B75-BA6D-42DEB9692C9B}" destId="{395C0101-4A20-468A-96D1-6848679A9C67}" srcOrd="2" destOrd="0" presId="urn:microsoft.com/office/officeart/2018/2/layout/IconVerticalSolidList"/>
    <dgm:cxn modelId="{767D6B39-2636-4115-81E6-78925B716549}" type="presParOf" srcId="{9D8F09A1-5C94-4B75-BA6D-42DEB9692C9B}" destId="{7ECACC10-CD4F-47B0-AB12-7CB3AAC19955}" srcOrd="3" destOrd="0" presId="urn:microsoft.com/office/officeart/2018/2/layout/IconVerticalSolidList"/>
    <dgm:cxn modelId="{8412D46B-AA6B-4560-BC3B-5FB16D6D6903}" type="presParOf" srcId="{EC6436A9-28E8-457B-AF74-6ADA05C51DAB}" destId="{9B5BC19D-F112-411D-A059-770E1A10F403}" srcOrd="1" destOrd="0" presId="urn:microsoft.com/office/officeart/2018/2/layout/IconVerticalSolidList"/>
    <dgm:cxn modelId="{34141751-DFDF-4FC8-A70C-C94B88B00FA0}" type="presParOf" srcId="{EC6436A9-28E8-457B-AF74-6ADA05C51DAB}" destId="{4D270DA9-9348-4F53-8D90-6D298AD78ECD}" srcOrd="2" destOrd="0" presId="urn:microsoft.com/office/officeart/2018/2/layout/IconVerticalSolidList"/>
    <dgm:cxn modelId="{5875C0A7-02CE-4A23-AAD0-6384DC0677A9}" type="presParOf" srcId="{4D270DA9-9348-4F53-8D90-6D298AD78ECD}" destId="{ED544C7D-6178-456E-B406-36E5914C2CD2}" srcOrd="0" destOrd="0" presId="urn:microsoft.com/office/officeart/2018/2/layout/IconVerticalSolidList"/>
    <dgm:cxn modelId="{5E826AD2-827B-4C4A-BA5F-6BE6A29E1E5B}" type="presParOf" srcId="{4D270DA9-9348-4F53-8D90-6D298AD78ECD}" destId="{9BD34CA0-5DF5-40B0-AAD6-4DEDC6E2434A}" srcOrd="1" destOrd="0" presId="urn:microsoft.com/office/officeart/2018/2/layout/IconVerticalSolidList"/>
    <dgm:cxn modelId="{4159BA9A-93B7-408B-A2E6-55017614E2EB}" type="presParOf" srcId="{4D270DA9-9348-4F53-8D90-6D298AD78ECD}" destId="{922069DF-7960-49CF-BF77-E2DFD1CCC722}" srcOrd="2" destOrd="0" presId="urn:microsoft.com/office/officeart/2018/2/layout/IconVerticalSolidList"/>
    <dgm:cxn modelId="{E12A62BF-C4A0-4BE1-90E0-FB4ECCCE7911}" type="presParOf" srcId="{4D270DA9-9348-4F53-8D90-6D298AD78ECD}" destId="{E5CDC39A-64DB-4E61-A7C4-E5C7ED7FC4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98930-9F91-4BDA-B599-C1EF0A99DDDB}">
      <dsp:nvSpPr>
        <dsp:cNvPr id="0" name=""/>
        <dsp:cNvSpPr/>
      </dsp:nvSpPr>
      <dsp:spPr>
        <a:xfrm>
          <a:off x="0" y="820856"/>
          <a:ext cx="6910387" cy="15154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8D7E5-EAD7-4EE4-A311-192878800D73}">
      <dsp:nvSpPr>
        <dsp:cNvPr id="0" name=""/>
        <dsp:cNvSpPr/>
      </dsp:nvSpPr>
      <dsp:spPr>
        <a:xfrm>
          <a:off x="458416" y="1161827"/>
          <a:ext cx="833485" cy="8334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ACC10-CD4F-47B0-AB12-7CB3AAC19955}">
      <dsp:nvSpPr>
        <dsp:cNvPr id="0" name=""/>
        <dsp:cNvSpPr/>
      </dsp:nvSpPr>
      <dsp:spPr>
        <a:xfrm>
          <a:off x="1750318" y="820856"/>
          <a:ext cx="5160068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Tracking</a:t>
          </a:r>
          <a:endParaRPr lang="en-US" sz="2500" kern="1200"/>
        </a:p>
      </dsp:txBody>
      <dsp:txXfrm>
        <a:off x="1750318" y="820856"/>
        <a:ext cx="5160068" cy="1515427"/>
      </dsp:txXfrm>
    </dsp:sp>
    <dsp:sp modelId="{ED544C7D-6178-456E-B406-36E5914C2CD2}">
      <dsp:nvSpPr>
        <dsp:cNvPr id="0" name=""/>
        <dsp:cNvSpPr/>
      </dsp:nvSpPr>
      <dsp:spPr>
        <a:xfrm>
          <a:off x="0" y="2715140"/>
          <a:ext cx="6910387" cy="15154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34CA0-5DF5-40B0-AAD6-4DEDC6E2434A}">
      <dsp:nvSpPr>
        <dsp:cNvPr id="0" name=""/>
        <dsp:cNvSpPr/>
      </dsp:nvSpPr>
      <dsp:spPr>
        <a:xfrm>
          <a:off x="458416" y="3056112"/>
          <a:ext cx="833485" cy="8334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DC39A-64DB-4E61-A7C4-E5C7ED7FC4D7}">
      <dsp:nvSpPr>
        <dsp:cNvPr id="0" name=""/>
        <dsp:cNvSpPr/>
      </dsp:nvSpPr>
      <dsp:spPr>
        <a:xfrm>
          <a:off x="1750318" y="2715140"/>
          <a:ext cx="5160068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Konzentration</a:t>
          </a:r>
          <a:endParaRPr lang="en-US" sz="2500" kern="1200"/>
        </a:p>
      </dsp:txBody>
      <dsp:txXfrm>
        <a:off x="1750318" y="2715140"/>
        <a:ext cx="5160068" cy="1515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911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37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04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997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9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29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66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0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02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47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88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4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in Netz von verbundenen Punkten">
            <a:extLst>
              <a:ext uri="{FF2B5EF4-FFF2-40B4-BE49-F238E27FC236}">
                <a16:creationId xmlns:a16="http://schemas.microsoft.com/office/drawing/2014/main" id="{8B614676-10AA-F06E-6151-FEA0C37C09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20444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B301DCC-2DBE-56B1-3A34-D820AE312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pPr algn="ctr"/>
            <a:r>
              <a:rPr lang="de-DE" dirty="0">
                <a:solidFill>
                  <a:srgbClr val="FFFFFF"/>
                </a:solidFill>
              </a:rPr>
              <a:t>Rep-Track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09CD850-35C2-AC21-C1BE-2ECFFEDFC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>
            <a:normAutofit/>
          </a:bodyPr>
          <a:lstStyle/>
          <a:p>
            <a:endParaRPr lang="de-DE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001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3D5616-8599-784B-BCEE-AE61D12E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de-DE" dirty="0"/>
              <a:t>Problem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35022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B6B14AE-589A-45CC-A30D-41995FC1F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8316582C-8A72-25A6-9566-7247F73FD0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210327"/>
              </p:ext>
            </p:extLst>
          </p:nvPr>
        </p:nvGraphicFramePr>
        <p:xfrm>
          <a:off x="4648201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9424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1E6F90-9588-69B6-F2AC-D3C9E912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Solution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30FD63-D71E-F7FE-27FC-E685A8206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Sensor</a:t>
            </a:r>
          </a:p>
          <a:p>
            <a:r>
              <a:rPr lang="de-DE" dirty="0"/>
              <a:t>Leicht bedienbar</a:t>
            </a:r>
          </a:p>
          <a:p>
            <a:r>
              <a:rPr lang="de-DE"/>
              <a:t>Dokumentation</a:t>
            </a:r>
          </a:p>
        </p:txBody>
      </p:sp>
    </p:spTree>
    <p:extLst>
      <p:ext uri="{BB962C8B-B14F-4D97-AF65-F5344CB8AC3E}">
        <p14:creationId xmlns:p14="http://schemas.microsoft.com/office/powerpoint/2010/main" val="195737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4AB4B-C380-216B-B69C-645E2F4B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Potential Customers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BA1671-74C5-49BD-083D-ABCAD668A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8998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F4B624-11DF-1CE2-FB60-D346485F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Marketing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AA807-DE92-FFDC-88C0-A58E659B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63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4EFFE-B198-C356-EC64-DC4409C7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34BC6D-45AA-E73A-F462-811332E41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91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5327D-D282-6DB3-102E-51BA1B9D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1DECAF-A464-B348-62AA-E883BEFF6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1547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Bembo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 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Breitbild</PresentationFormat>
  <Paragraphs>11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 Nova Light</vt:lpstr>
      <vt:lpstr>Bembo</vt:lpstr>
      <vt:lpstr>Calibri</vt:lpstr>
      <vt:lpstr>RetrospectVTI</vt:lpstr>
      <vt:lpstr>Rep-Track</vt:lpstr>
      <vt:lpstr>Problem</vt:lpstr>
      <vt:lpstr>Solution</vt:lpstr>
      <vt:lpstr>Potential Customers</vt:lpstr>
      <vt:lpstr>Marketing</vt:lpstr>
      <vt:lpstr>Team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Falch</dc:creator>
  <cp:lastModifiedBy>David Falch</cp:lastModifiedBy>
  <cp:revision>2</cp:revision>
  <dcterms:created xsi:type="dcterms:W3CDTF">2026-02-11T14:03:53Z</dcterms:created>
  <dcterms:modified xsi:type="dcterms:W3CDTF">2026-02-12T09:07:53Z</dcterms:modified>
</cp:coreProperties>
</file>